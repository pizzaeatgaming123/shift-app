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7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  <a:r>
              <a:rPr/>
              <a:t>シフト管理システム構成図（クラウド管理）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  <a:r>
              <a:rPr/>
              <a:t>スマホ / PC</a:t>
            </a:r>
          </a:p>
        </p:txBody>
      </p:sp>
      <p:sp>
        <p:nvSpPr>
          <p:cNvPr id="7" name="Text 5"/>
          <p:cNvSpPr/>
          <p:nvPr/>
        </p:nvSpPr>
        <p:spPr>
          <a:xfrm>
            <a:off x="301752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  <a:r>
              <a:rPr/>
              <a:t>希望回収・割当・公開・通知を一元管理</a:t>
            </a:r>
          </a:p>
        </p:txBody>
      </p:sp>
      <p:sp>
        <p:nvSpPr>
          <p:cNvPr id="21" name="Text 19"/>
          <p:cNvSpPr/>
          <p:nvPr/>
        </p:nvSpPr>
        <p:spPr>
          <a:xfrm>
            <a:off x="3078480" y="36118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  <a:r>
              <a:rPr/>
              <a:t>Webアプリ / API</a:t>
            </a:r>
          </a:p>
        </p:txBody>
      </p:sp>
      <p:sp>
        <p:nvSpPr>
          <p:cNvPr id="23" name="Text 21"/>
          <p:cNvSpPr/>
          <p:nvPr/>
        </p:nvSpPr>
        <p:spPr>
          <a:xfrm>
            <a:off x="644652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  <a:r>
              <a:rPr/>
              <a:t>通知</a:t>
            </a:r>
          </a:p>
        </p:txBody>
      </p:sp>
      <p:sp>
        <p:nvSpPr>
          <p:cNvPr id="27" name="Text 25"/>
          <p:cNvSpPr/>
          <p:nvPr/>
        </p:nvSpPr>
        <p:spPr>
          <a:xfrm>
            <a:off x="329184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  <a:r>
              <a:rPr/>
              <a:t>スタッフ</a:t>
            </a:r>
            <a:br/>
            <a:r>
              <a:rPr/>
              <a:t>希望提出</a:t>
            </a:r>
          </a:p>
        </p:txBody>
      </p:sp>
      <p:sp>
        <p:nvSpPr>
          <p:cNvPr id="31" name="Text 29"/>
          <p:cNvSpPr/>
          <p:nvPr/>
        </p:nvSpPr>
        <p:spPr>
          <a:xfrm>
            <a:off x="640080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  <a:r>
              <a:rPr/>
              <a:t>店長</a:t>
            </a:r>
            <a:br/>
            <a:r>
              <a:rPr/>
              <a:t>作成・公開</a:t>
            </a:r>
          </a:p>
        </p:txBody>
      </p:sp>
      <p:sp>
        <p:nvSpPr>
          <p:cNvPr id="33" name="Text 31"/>
          <p:cNvSpPr/>
          <p:nvPr/>
        </p:nvSpPr>
        <p:spPr>
          <a:xfrm>
            <a:off x="795528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  <a:r>
              <a:rPr/>
              <a:t>本社</a:t>
            </a:r>
            <a:br/>
            <a:r>
              <a:rPr/>
              <a:t>複数店舗管理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7FD7E5E-207B-7013-8C7D-32A47322FC99}"/>
              </a:ext>
            </a:extLst>
          </p:cNvPr>
          <p:cNvSpPr/>
          <p:nvPr/>
        </p:nvSpPr>
        <p:spPr>
          <a:xfrm>
            <a:off x="6511379" y="1463040"/>
            <a:ext cx="4816549" cy="49335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69CBA0C-564E-63ED-7AE8-25176381B708}"/>
              </a:ext>
            </a:extLst>
          </p:cNvPr>
          <p:cNvSpPr/>
          <p:nvPr/>
        </p:nvSpPr>
        <p:spPr>
          <a:xfrm>
            <a:off x="548640" y="1463040"/>
            <a:ext cx="5302811" cy="49335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7" name="グラフィックス 66" descr="タブレット 単色塗りつぶし">
            <a:extLst>
              <a:ext uri="{FF2B5EF4-FFF2-40B4-BE49-F238E27FC236}">
                <a16:creationId xmlns:a16="http://schemas.microsoft.com/office/drawing/2014/main" id="{D66D483C-1ED0-C05C-6DE3-BC1458EFC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360" y="2624647"/>
            <a:ext cx="914400" cy="914400"/>
          </a:xfrm>
          <a:prstGeom prst="rect">
            <a:avLst/>
          </a:prstGeom>
        </p:spPr>
      </p:pic>
      <p:pic>
        <p:nvPicPr>
          <p:cNvPr id="69" name="グラフィックス 68" descr="インターネット 枠線">
            <a:extLst>
              <a:ext uri="{FF2B5EF4-FFF2-40B4-BE49-F238E27FC236}">
                <a16:creationId xmlns:a16="http://schemas.microsoft.com/office/drawing/2014/main" id="{B9943617-364C-4077-40B0-2789182BE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7928" y="4480560"/>
            <a:ext cx="914400" cy="914400"/>
          </a:xfrm>
          <a:prstGeom prst="rect">
            <a:avLst/>
          </a:prstGeom>
        </p:spPr>
      </p:pic>
      <p:pic>
        <p:nvPicPr>
          <p:cNvPr id="71" name="グラフィックス 70" descr="男性 単色塗りつぶし">
            <a:extLst>
              <a:ext uri="{FF2B5EF4-FFF2-40B4-BE49-F238E27FC236}">
                <a16:creationId xmlns:a16="http://schemas.microsoft.com/office/drawing/2014/main" id="{51DDB15B-A28C-0F01-E7CA-926F9AE453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6899" y="2624647"/>
            <a:ext cx="914400" cy="914400"/>
          </a:xfrm>
          <a:prstGeom prst="rect">
            <a:avLst/>
          </a:prstGeom>
        </p:spPr>
      </p:pic>
      <p:pic>
        <p:nvPicPr>
          <p:cNvPr id="72" name="グラフィックス 71" descr="男性 単色塗りつぶし">
            <a:extLst>
              <a:ext uri="{FF2B5EF4-FFF2-40B4-BE49-F238E27FC236}">
                <a16:creationId xmlns:a16="http://schemas.microsoft.com/office/drawing/2014/main" id="{EB2C51CD-D6C9-A1EA-CB20-733F1F1D1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5787" y="4407727"/>
            <a:ext cx="914400" cy="914400"/>
          </a:xfrm>
          <a:prstGeom prst="rect">
            <a:avLst/>
          </a:prstGeom>
        </p:spPr>
      </p:pic>
      <p:sp>
        <p:nvSpPr>
          <p:cNvPr id="73" name="円柱 72">
            <a:extLst>
              <a:ext uri="{FF2B5EF4-FFF2-40B4-BE49-F238E27FC236}">
                <a16:creationId xmlns:a16="http://schemas.microsoft.com/office/drawing/2014/main" id="{A32D2BC1-0273-CBB6-E5AF-EAA82EC432DE}"/>
              </a:ext>
            </a:extLst>
          </p:cNvPr>
          <p:cNvSpPr/>
          <p:nvPr/>
        </p:nvSpPr>
        <p:spPr>
          <a:xfrm>
            <a:off x="826504" y="2989344"/>
            <a:ext cx="1095154" cy="643269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円柱 73">
            <a:extLst>
              <a:ext uri="{FF2B5EF4-FFF2-40B4-BE49-F238E27FC236}">
                <a16:creationId xmlns:a16="http://schemas.microsoft.com/office/drawing/2014/main" id="{776FC68A-EFF1-C3E0-71D9-BCFF10CD9141}"/>
              </a:ext>
            </a:extLst>
          </p:cNvPr>
          <p:cNvSpPr/>
          <p:nvPr/>
        </p:nvSpPr>
        <p:spPr>
          <a:xfrm>
            <a:off x="839972" y="3887794"/>
            <a:ext cx="1110748" cy="640080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円柱 74">
            <a:extLst>
              <a:ext uri="{FF2B5EF4-FFF2-40B4-BE49-F238E27FC236}">
                <a16:creationId xmlns:a16="http://schemas.microsoft.com/office/drawing/2014/main" id="{EC930141-50CA-2AB9-6078-9E0534737B58}"/>
              </a:ext>
            </a:extLst>
          </p:cNvPr>
          <p:cNvSpPr/>
          <p:nvPr/>
        </p:nvSpPr>
        <p:spPr>
          <a:xfrm>
            <a:off x="864072" y="5573055"/>
            <a:ext cx="1110748" cy="640080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324AB700-EBEE-C194-4078-61EB3235B91A}"/>
              </a:ext>
            </a:extLst>
          </p:cNvPr>
          <p:cNvSpPr/>
          <p:nvPr/>
        </p:nvSpPr>
        <p:spPr>
          <a:xfrm>
            <a:off x="2758439" y="2743199"/>
            <a:ext cx="2575206" cy="3491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198F37E5-F1C4-64A3-1017-2654BC88B6BC}"/>
              </a:ext>
            </a:extLst>
          </p:cNvPr>
          <p:cNvSpPr txBox="1"/>
          <p:nvPr/>
        </p:nvSpPr>
        <p:spPr>
          <a:xfrm>
            <a:off x="3185513" y="2886762"/>
            <a:ext cx="210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/>
              <a:t>シフト管理アプリ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F6E0988-E577-32F7-604E-49178FB145CF}"/>
              </a:ext>
            </a:extLst>
          </p:cNvPr>
          <p:cNvSpPr txBox="1"/>
          <p:nvPr/>
        </p:nvSpPr>
        <p:spPr>
          <a:xfrm>
            <a:off x="8290205" y="1828971"/>
            <a:ext cx="1867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/>
              <a:t>3店舗 / 本社</a:t>
            </a:r>
          </a:p>
        </p:txBody>
      </p:sp>
      <p:sp>
        <p:nvSpPr>
          <p:cNvPr id="79" name="円柱 78">
            <a:extLst>
              <a:ext uri="{FF2B5EF4-FFF2-40B4-BE49-F238E27FC236}">
                <a16:creationId xmlns:a16="http://schemas.microsoft.com/office/drawing/2014/main" id="{42F392DC-F978-DDFC-0487-FEC9158D1501}"/>
              </a:ext>
            </a:extLst>
          </p:cNvPr>
          <p:cNvSpPr/>
          <p:nvPr/>
        </p:nvSpPr>
        <p:spPr>
          <a:xfrm>
            <a:off x="864072" y="4749563"/>
            <a:ext cx="1110748" cy="640080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400387E2-774C-6917-9C90-1D5435494BC3}"/>
              </a:ext>
            </a:extLst>
          </p:cNvPr>
          <p:cNvSpPr txBox="1"/>
          <p:nvPr/>
        </p:nvSpPr>
        <p:spPr>
          <a:xfrm>
            <a:off x="2194560" y="1872287"/>
            <a:ext cx="2972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/>
              <a:t>クラウド</a:t>
            </a: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A220F32E-9AB6-4CE7-02CB-2A4EF16DB7EA}"/>
              </a:ext>
            </a:extLst>
          </p:cNvPr>
          <p:cNvSpPr/>
          <p:nvPr/>
        </p:nvSpPr>
        <p:spPr>
          <a:xfrm>
            <a:off x="2981369" y="3311778"/>
            <a:ext cx="2144764" cy="65549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/>
              <a:t>希望シフト回収</a:t>
            </a:r>
          </a:p>
        </p:txBody>
      </p:sp>
      <p:sp>
        <p:nvSpPr>
          <p:cNvPr id="82" name="四角形: 角を丸くする 81">
            <a:extLst>
              <a:ext uri="{FF2B5EF4-FFF2-40B4-BE49-F238E27FC236}">
                <a16:creationId xmlns:a16="http://schemas.microsoft.com/office/drawing/2014/main" id="{35253585-6FD7-0FFD-DF4A-A777D0AE4E50}"/>
              </a:ext>
            </a:extLst>
          </p:cNvPr>
          <p:cNvSpPr/>
          <p:nvPr/>
        </p:nvSpPr>
        <p:spPr>
          <a:xfrm>
            <a:off x="2978533" y="4864927"/>
            <a:ext cx="2147600" cy="5400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/>
              <a:t>スタッフ・権限管理</a:t>
            </a:r>
          </a:p>
        </p:txBody>
      </p:sp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52DA9AD2-F438-FBA3-7F18-D134ACFE6686}"/>
              </a:ext>
            </a:extLst>
          </p:cNvPr>
          <p:cNvSpPr/>
          <p:nvPr/>
        </p:nvSpPr>
        <p:spPr>
          <a:xfrm>
            <a:off x="2981369" y="5552058"/>
            <a:ext cx="2144764" cy="4929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/>
              <a:t>予定人件費・労務アラート</a:t>
            </a:r>
          </a:p>
        </p:txBody>
      </p:sp>
      <p:sp>
        <p:nvSpPr>
          <p:cNvPr id="84" name="四角形: 角を丸くする 83">
            <a:extLst>
              <a:ext uri="{FF2B5EF4-FFF2-40B4-BE49-F238E27FC236}">
                <a16:creationId xmlns:a16="http://schemas.microsoft.com/office/drawing/2014/main" id="{272D5F53-9F89-BE83-E51A-BA2C4FACC1E6}"/>
              </a:ext>
            </a:extLst>
          </p:cNvPr>
          <p:cNvSpPr/>
          <p:nvPr/>
        </p:nvSpPr>
        <p:spPr>
          <a:xfrm>
            <a:off x="2957269" y="4043297"/>
            <a:ext cx="2168864" cy="640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/>
              <a:t>シフト作成・確定公開</a:t>
            </a:r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9182332A-3051-2B25-97CA-C33DE72400A5}"/>
              </a:ext>
            </a:extLst>
          </p:cNvPr>
          <p:cNvCxnSpPr/>
          <p:nvPr/>
        </p:nvCxnSpPr>
        <p:spPr>
          <a:xfrm flipH="1">
            <a:off x="5465135" y="2989344"/>
            <a:ext cx="1987225" cy="531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F9C1E16B-EF41-BA16-620D-DD57B7A9C2D4}"/>
              </a:ext>
            </a:extLst>
          </p:cNvPr>
          <p:cNvCxnSpPr>
            <a:cxnSpLocks/>
          </p:cNvCxnSpPr>
          <p:nvPr/>
        </p:nvCxnSpPr>
        <p:spPr>
          <a:xfrm flipH="1">
            <a:off x="5351898" y="4916761"/>
            <a:ext cx="2153093" cy="14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32F26965-387F-7FFC-C192-BFB9503D770D}"/>
              </a:ext>
            </a:extLst>
          </p:cNvPr>
          <p:cNvCxnSpPr>
            <a:stCxn id="73" idx="4"/>
          </p:cNvCxnSpPr>
          <p:nvPr/>
        </p:nvCxnSpPr>
        <p:spPr>
          <a:xfrm flipV="1">
            <a:off x="1921658" y="3310978"/>
            <a:ext cx="83678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5249AA02-0EA0-7219-4D7D-F0E11C7DCFCA}"/>
              </a:ext>
            </a:extLst>
          </p:cNvPr>
          <p:cNvCxnSpPr/>
          <p:nvPr/>
        </p:nvCxnSpPr>
        <p:spPr>
          <a:xfrm flipV="1">
            <a:off x="1936189" y="4245314"/>
            <a:ext cx="83678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BAB73734-DE6E-F655-B893-E1B66B0448C6}"/>
              </a:ext>
            </a:extLst>
          </p:cNvPr>
          <p:cNvCxnSpPr/>
          <p:nvPr/>
        </p:nvCxnSpPr>
        <p:spPr>
          <a:xfrm flipV="1">
            <a:off x="1958339" y="5049401"/>
            <a:ext cx="83678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3D3FF48F-665C-8110-A70A-FF96F3ACBE2C}"/>
              </a:ext>
            </a:extLst>
          </p:cNvPr>
          <p:cNvCxnSpPr/>
          <p:nvPr/>
        </p:nvCxnSpPr>
        <p:spPr>
          <a:xfrm flipV="1">
            <a:off x="1945758" y="5893095"/>
            <a:ext cx="83678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</Words>
  <Application>Microsoft Office PowerPoint</Application>
  <PresentationFormat>ワイド画面</PresentationFormat>
  <Paragraphs>13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シフト管理システム構成図</dc:title>
  <dc:subject>PptxGenJS Presentation</dc:subject>
  <dc:creator>Akiyume Shift</dc:creator>
  <cp:lastModifiedBy>Akiyume Shift</cp:lastModifiedBy>
  <cp:revision>5</cp:revision>
  <dcterms:created xsi:type="dcterms:W3CDTF">2026-06-25T00:48:33Z</dcterms:created>
  <dcterms:modified xsi:type="dcterms:W3CDTF">2026-06-25T01:35:36Z</dcterms:modified>
</cp:coreProperties>
</file>